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74" r:id="rId2"/>
    <p:sldId id="590" r:id="rId3"/>
    <p:sldId id="587" r:id="rId4"/>
    <p:sldId id="591" r:id="rId5"/>
    <p:sldId id="573" r:id="rId6"/>
  </p:sldIdLst>
  <p:sldSz cx="9144000" cy="5143500" type="screen16x9"/>
  <p:notesSz cx="9928225" cy="6797675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0A8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96" autoAdjust="0"/>
    <p:restoredTop sz="93076" autoAdjust="0"/>
  </p:normalViewPr>
  <p:slideViewPr>
    <p:cSldViewPr>
      <p:cViewPr varScale="1">
        <p:scale>
          <a:sx n="201" d="100"/>
          <a:sy n="201" d="100"/>
        </p:scale>
        <p:origin x="3264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3713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06D7161C-1FFD-42E6-ADED-4F8F71DA547F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188" y="3228975"/>
            <a:ext cx="7943850" cy="305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925" y="6456363"/>
            <a:ext cx="4303713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B390B4A6-C2FB-4043-A443-F07EE89C015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53929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90B4A6-C2FB-4043-A443-F07EE89C0153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4492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5B73D-A063-491E-B143-0DCC991C04DF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0A48B-6083-4BC5-9099-F934248C4D5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136E7-01D5-485A-A063-76D53EF7B252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8F155-A781-45EC-B656-E40366DA0490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DB789-547E-4616-A4F8-3640890EC013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C04A77-EB38-49D3-97BA-DB9879814810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DB0C03-5BB8-447A-83A2-683CF8961F07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72AD10-7E87-4044-8A7C-5B140FA61F27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1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1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C24B6-7C13-41F8-A62F-293FF67B7F80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8551CF-08CE-4824-98BD-1B95B7C2A02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0EED9-91EC-44DE-83FC-3CF57BEAD033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38986-0C93-4A37-949D-8D52BC97ED5B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1F0B3B-2C38-49B3-B0E0-C70B30A0D83B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F1A47-616E-4F2A-A18E-7E3ED36B3F6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B8E50-32FC-4D6E-8BF6-883835391088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B6B7FF-E502-46FC-84BF-AC5DB843620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725080-7254-4DFD-B406-97298628827C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E7298-2FC5-48D4-8863-9D3DF4A66074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7A408-2C67-4A5A-ABD9-19DAEF2E40D4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F5D0F-7B00-42E2-AD14-EE7742F4A2B6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55DE1-AF4E-4974-8788-EE2E53A5B7EA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5CAE2-78E4-4053-B763-82B6DC3A391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266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9CE6DEA-2679-44E5-92EC-7CCA07372272}" type="datetimeFigureOut">
              <a:rPr lang="ru-RU"/>
              <a:pPr>
                <a:defRPr/>
              </a:pPr>
              <a:t>02.09.2025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5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3D2CC8E-FCF8-4660-8903-0561924695CF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Заголовок 1"/>
          <p:cNvSpPr>
            <a:spLocks noGrp="1"/>
          </p:cNvSpPr>
          <p:nvPr>
            <p:ph type="ctrTitle"/>
          </p:nvPr>
        </p:nvSpPr>
        <p:spPr>
          <a:xfrm>
            <a:off x="539750" y="163515"/>
            <a:ext cx="8280400" cy="1004887"/>
          </a:xfrm>
        </p:spPr>
        <p:txBody>
          <a:bodyPr/>
          <a:lstStyle/>
          <a:p>
            <a:r>
              <a:rPr lang="ru-RU" sz="1800" dirty="0">
                <a:solidFill>
                  <a:srgbClr val="0060A8"/>
                </a:solidFill>
                <a:latin typeface="PT Sans"/>
              </a:rPr>
              <a:t>Государственное бюджетное профессиональное</a:t>
            </a:r>
            <a:br>
              <a:rPr lang="ru-RU" sz="1800" dirty="0">
                <a:solidFill>
                  <a:srgbClr val="0060A8"/>
                </a:solidFill>
                <a:latin typeface="PT Sans"/>
              </a:rPr>
            </a:br>
            <a:r>
              <a:rPr lang="ru-RU" sz="1800" dirty="0">
                <a:solidFill>
                  <a:srgbClr val="0060A8"/>
                </a:solidFill>
                <a:latin typeface="PT Sans"/>
              </a:rPr>
              <a:t>образовательное учреждение города Москвы</a:t>
            </a:r>
            <a:r>
              <a:rPr lang="ru-RU" sz="2000" dirty="0">
                <a:solidFill>
                  <a:srgbClr val="0060A8"/>
                </a:solidFill>
                <a:latin typeface="PT Sans"/>
              </a:rPr>
              <a:t/>
            </a:r>
            <a:br>
              <a:rPr lang="ru-RU" sz="2000" dirty="0">
                <a:solidFill>
                  <a:srgbClr val="0060A8"/>
                </a:solidFill>
                <a:latin typeface="PT Sans"/>
              </a:rPr>
            </a:br>
            <a:r>
              <a:rPr lang="ru-RU" sz="2000" b="1" dirty="0">
                <a:solidFill>
                  <a:srgbClr val="0060A8"/>
                </a:solidFill>
                <a:latin typeface="PT Sans"/>
              </a:rPr>
              <a:t>«Московский колледж архитектуры и градостроительства»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544" y="1168402"/>
            <a:ext cx="806457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 проектирования баз данных.</a:t>
            </a:r>
            <a:endParaRPr lang="ru-RU" b="1" dirty="0">
              <a:solidFill>
                <a:srgbClr val="000000"/>
              </a:solidFill>
              <a:latin typeface="Times New Roman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ru-RU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Практическое </a:t>
            </a:r>
            <a:r>
              <a:rPr lang="ru-RU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</a:t>
            </a:r>
            <a:r>
              <a:rPr lang="ru-RU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№</a:t>
            </a: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ru-RU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sz="1600" b="1" dirty="0">
                <a:solidFill>
                  <a:srgbClr val="000000"/>
                </a:solidFill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тема: 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«»</a:t>
            </a:r>
            <a:endParaRPr lang="ru-RU" sz="1600" b="1" dirty="0">
              <a:solidFill>
                <a:srgbClr val="000000"/>
              </a:solidFill>
              <a:latin typeface="Times New Roman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/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ФИО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Преподаватель:</a:t>
            </a:r>
          </a:p>
          <a:p>
            <a:pPr algn="r"/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Панченко Варвара Никитична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400" b="1" u="sng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4339" name="TextBox 6"/>
          <p:cNvSpPr txBox="1">
            <a:spLocks noChangeArrowheads="1"/>
          </p:cNvSpPr>
          <p:nvPr/>
        </p:nvSpPr>
        <p:spPr bwMode="auto">
          <a:xfrm>
            <a:off x="3159125" y="4286250"/>
            <a:ext cx="28082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dirty="0">
                <a:latin typeface="Calibri" pitchFamily="34" charset="0"/>
              </a:rPr>
              <a:t>Москва </a:t>
            </a:r>
            <a:r>
              <a:rPr lang="ru-RU" dirty="0" smtClean="0">
                <a:latin typeface="Calibri" pitchFamily="34" charset="0"/>
              </a:rPr>
              <a:t>2025 </a:t>
            </a:r>
            <a:r>
              <a:rPr lang="ru-RU" dirty="0">
                <a:latin typeface="Calibri" pitchFamily="34" charset="0"/>
              </a:rPr>
              <a:t>г.</a:t>
            </a:r>
          </a:p>
        </p:txBody>
      </p:sp>
      <p:pic>
        <p:nvPicPr>
          <p:cNvPr id="14340" name="Рисунок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950" y="117475"/>
            <a:ext cx="598488" cy="973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9096413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915566"/>
            <a:ext cx="8229600" cy="3394075"/>
          </a:xfrm>
        </p:spPr>
        <p:txBody>
          <a:bodyPr/>
          <a:lstStyle/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83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2777" y="1275607"/>
            <a:ext cx="7873639" cy="302433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2"/>
          <p:cNvSpPr>
            <a:spLocks noGrp="1"/>
          </p:cNvSpPr>
          <p:nvPr>
            <p:ph type="title"/>
          </p:nvPr>
        </p:nvSpPr>
        <p:spPr>
          <a:xfrm>
            <a:off x="442777" y="123478"/>
            <a:ext cx="8229600" cy="857250"/>
          </a:xfrm>
        </p:spPr>
        <p:txBody>
          <a:bodyPr/>
          <a:lstStyle/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595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1200153"/>
            <a:ext cx="7859216" cy="2883766"/>
          </a:xfrm>
        </p:spPr>
        <p:txBody>
          <a:bodyPr/>
          <a:lstStyle/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404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sz="1800" dirty="0">
                <a:solidFill>
                  <a:srgbClr val="0060A8"/>
                </a:solidFill>
                <a:latin typeface="PT Sans" panose="020B0503020203020204" pitchFamily="34" charset="-52"/>
              </a:rPr>
              <a:t>Государственное бюджетное профессиональное</a:t>
            </a:r>
            <a:br>
              <a:rPr lang="ru-RU" sz="1800" dirty="0">
                <a:solidFill>
                  <a:srgbClr val="0060A8"/>
                </a:solidFill>
                <a:latin typeface="PT Sans" panose="020B0503020203020204" pitchFamily="34" charset="-52"/>
              </a:rPr>
            </a:br>
            <a:r>
              <a:rPr lang="ru-RU" sz="1800" dirty="0">
                <a:solidFill>
                  <a:srgbClr val="0060A8"/>
                </a:solidFill>
                <a:latin typeface="PT Sans" panose="020B0503020203020204" pitchFamily="34" charset="-52"/>
              </a:rPr>
              <a:t>образовательное учреждение города Москвы</a:t>
            </a:r>
            <a:r>
              <a:rPr lang="ru-RU" sz="2000" dirty="0">
                <a:solidFill>
                  <a:srgbClr val="0060A8"/>
                </a:solidFill>
                <a:latin typeface="PT Sans" panose="020B0503020203020204" pitchFamily="34" charset="-52"/>
              </a:rPr>
              <a:t/>
            </a:r>
            <a:br>
              <a:rPr lang="ru-RU" sz="2000" dirty="0">
                <a:solidFill>
                  <a:srgbClr val="0060A8"/>
                </a:solidFill>
                <a:latin typeface="PT Sans" panose="020B0503020203020204" pitchFamily="34" charset="-52"/>
              </a:rPr>
            </a:br>
            <a:r>
              <a:rPr lang="ru-RU" sz="2000" b="1" dirty="0">
                <a:solidFill>
                  <a:srgbClr val="0060A8"/>
                </a:solidFill>
                <a:latin typeface="PT Sans" panose="020B0503020203020204" pitchFamily="34" charset="-52"/>
              </a:rPr>
              <a:t>«Московский колледж архитектуры и градостроительства»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0D94E2D-B6E3-4EEB-B182-3CBAADA7BACD}"/>
              </a:ext>
            </a:extLst>
          </p:cNvPr>
          <p:cNvSpPr/>
          <p:nvPr/>
        </p:nvSpPr>
        <p:spPr>
          <a:xfrm>
            <a:off x="1590254" y="2787774"/>
            <a:ext cx="59634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22225">
                  <a:solidFill>
                    <a:srgbClr val="FF0000"/>
                  </a:solidFill>
                  <a:prstDash val="solid"/>
                </a:ln>
                <a:solidFill>
                  <a:srgbClr val="FF896D"/>
                </a:solidFill>
              </a:rPr>
              <a:t>ЗА   ВНИМАНИЕ!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BDDFEF-043A-4E27-B450-1D8557B1E419}"/>
              </a:ext>
            </a:extLst>
          </p:cNvPr>
          <p:cNvSpPr/>
          <p:nvPr/>
        </p:nvSpPr>
        <p:spPr>
          <a:xfrm>
            <a:off x="2555776" y="1648420"/>
            <a:ext cx="403244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СПАСИБО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Базовая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9540</TotalTime>
  <Words>37</Words>
  <Application>Microsoft Office PowerPoint</Application>
  <PresentationFormat>Экран (16:9)</PresentationFormat>
  <Paragraphs>18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PT Sans</vt:lpstr>
      <vt:lpstr>Times New Roman</vt:lpstr>
      <vt:lpstr>Тема Office</vt:lpstr>
      <vt:lpstr>Государственное бюджетное профессиональное образовательное учреждение города Москвы «Московский колледж архитектуры и градостроительства»</vt:lpstr>
      <vt:lpstr>Презентация PowerPoint</vt:lpstr>
      <vt:lpstr>Презентация PowerPoint</vt:lpstr>
      <vt:lpstr>Вывод</vt:lpstr>
      <vt:lpstr>Государственное бюджетное профессиональное образовательное учреждение города Москвы «Московский колледж архитектуры и градостроительства»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Студент</cp:lastModifiedBy>
  <cp:revision>737</cp:revision>
  <cp:lastPrinted>2018-05-21T06:12:23Z</cp:lastPrinted>
  <dcterms:created xsi:type="dcterms:W3CDTF">2013-04-16T06:35:47Z</dcterms:created>
  <dcterms:modified xsi:type="dcterms:W3CDTF">2025-09-02T09:37:53Z</dcterms:modified>
</cp:coreProperties>
</file>